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F2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new salon system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whether it is safe, and what to arrange before opening day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B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place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calendar that will not double-book a stylist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Till, split payments, receipts, refunds, daily cash count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suppliers and orders, with every change logged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leave and commissions by clear rules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points, memberships, coupons, birthday greetings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3504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with approval, profit summary, 18 reports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how the day is going</a:t>
            </a:r>
            <a:endParaRPr lang="en-US" sz="3400" dirty="0"/>
          </a:p>
        </p:txBody>
      </p:sp>
      <p:pic>
        <p:nvPicPr>
          <p:cNvPr id="3" name="Image 0" descr="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01752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840480" y="1371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earned and cash actually collected are shown separately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3840480" y="2468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and estimated profit for any date range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3566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see only what their role allows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F2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safe to rely on?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393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checks, all passing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cashiers racing for the last item: only one sale goes through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backup restored and proven to work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money change is recorded and cannot be edited afterwards.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opening day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with HTTPS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IT person sets this up; the steps are written down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SMS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needs your mail account; text messages are not delivered yet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backups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them to a second place, and test one restore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63440" y="30175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trial week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alongside your paper system before switching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F2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Nidaamkaaga salon-ka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Waxa uu qabto, haddii uu ammaan yahay, iyo waxa aad diyaarin laha ka hor maalinta furitaanka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B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Af-Soomaali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Wax walba hal meel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Ballamaha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ballamo oo aan labo ballan isku mar siin shaqaale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Iibka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Sanduuq, bixin kala qaybsan, rasiidh, soo celin, tirinta maalinlaha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Kaydka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20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Alaab, alaab-qeybiye iyo dalabyo; isbeddel kasta waa la diiwaangeliyaa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Shaqaalaha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Joogitaanka, fasaxa iyo komishanka oo leh xeerar cad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Macaamiisha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Dhibcaha daacadnimada, xubinnimada, kuubanno iyo salaan dhalasho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35040" y="301752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31546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Lacagta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657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Kharashyo la ansixiyo, soo koobid faa'iido iyo 18 warbixin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Arag sida maalintu u socoto</a:t>
            </a:r>
            <a:endParaRPr lang="en-US" sz="3400" dirty="0"/>
          </a:p>
        </p:txBody>
      </p:sp>
      <p:pic>
        <p:nvPicPr>
          <p:cNvPr id="3" name="Image 0" descr="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01752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840480" y="1371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Iibka la sameeyay iyo lacagta runtii la helay waa la kala muujiyaa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3840480" y="2468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Kharashyada iyo faa'iidada la qiyaasay muddo kasta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3566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Shaqaaluhu wuxuu arkaa kaliya waxa doorkiisu ogolyahay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F2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lagu kalsoonaan karaa?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393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hubin toos ah, dhammaantood way gudbeen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khasnajiyayaal ku tartamaya shayga ugu dambeeya: hal iib oo keliya ayaa dhaafa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9B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5603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 buuxa oo dib loo soo celiyay lana caddeeyay inuu shaqeeyo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Isbeddel lacageed kasta waa la diiwaangeliyaa lamana beddeli karo kadib.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2C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 hor maalinta furitaanka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leh HTTPS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Qofka IT-gaaga ayaa dejiya; tallaabooyinka waa la qoray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Iimayl iyo SMS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Iimayluhu wuxuu u baahan yahay akoonkaaga iimaylka; fariimaha qoraalka weli lama gaarsiiyo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 maalinle ah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koobiyee meel labaad, oo tijaabi hal soo celin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63440" y="30175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BF1"/>
          </a:solidFill>
          <a:ln w="12700">
            <a:solidFill>
              <a:srgbClr val="F6EB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Toddobaad tijaabo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socodsii nidaamka warqadaha ka hor inta aanad beddelin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Salon system: owner summary</dc:title>
  <dc:subject>PptxGenJS Presentation</dc:subject>
  <dc:creator>PptxGenJS</dc:creator>
  <cp:lastModifiedBy>PptxGenJS</cp:lastModifiedBy>
  <cp:revision>1</cp:revision>
  <dcterms:created xsi:type="dcterms:W3CDTF">2026-10-15T18:15:11Z</dcterms:created>
  <dcterms:modified xsi:type="dcterms:W3CDTF">2026-10-15T18:15:11Z</dcterms:modified>
</cp:coreProperties>
</file>
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F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new salon system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whether it is safe, and what to arrange before opening day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calendar that will not double-book a stylist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Till, split payments, receipts, refunds, daily cash count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20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suppliers and orders, with every change logged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leave and commissions by clear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points, memberships, coupons, birthday greetings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3154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with approval, profit summary, 18 reports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how the day is going</a:t>
            </a:r>
            <a:endParaRPr lang="en-US" sz="3400" dirty="0"/>
          </a:p>
        </p:txBody>
      </p:sp>
      <p:pic>
        <p:nvPicPr>
          <p:cNvPr id="3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0175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840480" y="1371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earned and cash actually collected are shown separately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840480" y="2468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and estimated profit for any date range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3566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only what their role allows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F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safe to rely on?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checks, all passing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560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racing for the last item: only one sale goes through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B8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5603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backup restored and proven to 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 change is recorded and cannot be edited afterwards.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2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opening 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with HTTPS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 person sets this up; the steps are written down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SMS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needs your mail account; text messages are not delivered yet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them to a second place, and test one restore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6EBF1"/>
          </a:solidFill>
          <a:ln w="12700">
            <a:solidFill>
              <a:srgbClr val="F6E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trial week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alongside your paper system before switching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system: owner summary</dc:title>
  <dc:subject>PptxGenJS Presentation</dc:subject>
  <dc:creator>PptxGenJS</dc:creator>
  <cp:lastModifiedBy>PptxGenJS</cp:lastModifiedBy>
  <cp:revision>1</cp:revision>
  <dcterms:created xsi:type="dcterms:W3CDTF">2026-10-15T17:50:48Z</dcterms:created>
  <dcterms:modified xsi:type="dcterms:W3CDTF">2026-10-15T17:50:48Z</dcterms:modified>
</cp:coreProperties>
</file>
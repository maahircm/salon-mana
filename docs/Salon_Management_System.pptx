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Milliseconds</c:v>
                </c:pt>
              </c:strCache>
            </c:strRef>
          </c:tx>
          <c:spPr>
            <a:solidFill>
              <a:srgbClr val="8B3A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Sales summary</c:v>
                  </c:pt>
                  <c:pt idx="1">
                    <c:v>Sales by service</c:v>
                  </c:pt>
                  <c:pt idx="2">
                    <c:v>Customer lifetime value</c:v>
                  </c:pt>
                  <c:pt idx="3">
                    <c:v>Financial summary</c:v>
                  </c:pt>
                  <c:pt idx="4">
                    <c:v>Dashboard (1 year)</c:v>
                  </c:pt>
                  <c:pt idx="5">
                    <c:v>Customer list (fixed)</c:v>
                  </c:pt>
                  <c:pt idx="6">
                    <c:v>Customer list (before)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</c:v>
                </c:pt>
                <c:pt idx="1">
                  <c:v>149</c:v>
                </c:pt>
                <c:pt idx="2">
                  <c:v>206</c:v>
                </c:pt>
                <c:pt idx="3">
                  <c:v>276</c:v>
                </c:pt>
                <c:pt idx="4">
                  <c:v>662</c:v>
                </c:pt>
                <c:pt idx="5">
                  <c:v>10</c:v>
                </c:pt>
                <c:pt idx="6">
                  <c:v>710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seven build phases are complete. This deck summarises what was built, what was verified, and what still depends on the salon.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F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Salon Management System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Appointments, point of sale, inventory, staff, finance and reports in one tested application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and acceptance summary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 for the whole salon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89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appointments, calendar, double-booking prevention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89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83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split payments, receipts, refunds, cash drawer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89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suppliers, purchase orders, immutable stock ledger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27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leave, commissions with documented rules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127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memberships, promotions and coupons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127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with approval, profit summary, 18 reports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 · PHP 8.3 · MySQL 8 · Blade and Bootstrap 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verified in seven phases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8B3A62"/>
          </a:solidFill>
          <a:ln w="12700">
            <a:solidFill>
              <a:srgbClr val="8B3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554480"/>
            <a:ext cx="548640" cy="548640"/>
          </a:xfrm>
          <a:prstGeom prst="ellipse">
            <a:avLst/>
          </a:prstGeom>
          <a:solidFill>
            <a:srgbClr val="8B3A62"/>
          </a:solidFill>
          <a:ln w="12700">
            <a:solidFill>
              <a:srgbClr val="8B3A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salon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1554480"/>
            <a:ext cx="548640" cy="548640"/>
          </a:xfrm>
          <a:prstGeom prst="ellipse">
            <a:avLst/>
          </a:prstGeom>
          <a:solidFill>
            <a:srgbClr val="8B3A62"/>
          </a:solidFill>
          <a:ln w="12700">
            <a:solidFill>
              <a:srgbClr val="8B3A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and finance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8B3A62"/>
          </a:solidFill>
          <a:ln w="12700">
            <a:solidFill>
              <a:srgbClr val="8B3A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0" y="1554480"/>
            <a:ext cx="548640" cy="548640"/>
          </a:xfrm>
          <a:prstGeom prst="ellipse">
            <a:avLst/>
          </a:prstGeom>
          <a:solidFill>
            <a:srgbClr val="8B3A62"/>
          </a:solidFill>
          <a:ln w="12700">
            <a:solidFill>
              <a:srgbClr val="8B3A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CRM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1554480"/>
            <a:ext cx="548640" cy="548640"/>
          </a:xfrm>
          <a:prstGeom prst="ellipse">
            <a:avLst/>
          </a:prstGeom>
          <a:solidFill>
            <a:srgbClr val="8B3A62"/>
          </a:solidFill>
          <a:ln w="12700">
            <a:solidFill>
              <a:srgbClr val="8B3A6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863840" y="1554480"/>
            <a:ext cx="548640" cy="548640"/>
          </a:xfrm>
          <a:prstGeom prst="ellipse">
            <a:avLst/>
          </a:prstGeom>
          <a:solidFill>
            <a:srgbClr val="8B3A62"/>
          </a:solidFill>
          <a:ln w="12700">
            <a:solidFill>
              <a:srgbClr val="8B3A6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ended with its own tests and a pushed commit. 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added the integrity checker, backup and restore, security sweep, performance review and the acceptance report.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and stock stay correct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89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arithmetic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integer cents, DECIMAL columns, largest-remainder allocation. Payments, refunds and invoice lines cannot be edited.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2801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89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counted twice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 on checkout, payments, refunds, stock, points and commissions.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729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ledgers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loyalty points and audit log are append-only; balances are re-checked against them.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30632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729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Concurrency-safe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661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locks, READ COMMITTED isolation and automatic deadlock retry.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cash shown separately</a:t>
            </a:r>
            <a:endParaRPr lang="en-US" sz="3400" dirty="0"/>
          </a:p>
        </p:txBody>
      </p:sp>
      <p:pic>
        <p:nvPicPr>
          <p:cNvPr id="3" name="Image 0" descr="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01752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40480" y="1280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cash collected, refunds, expenses and estimated profit are different numbers and are labelled as such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148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Date-range filter and four charts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appear only for users whose role allows them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3886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a real browser with no console or CSP errors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F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393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94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passing on MySQL 8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194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databases: SQLite and real MySQL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194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processes in each race test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used for the performance run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unprotected routes found by the security sweep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backup, restore and verify round trip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on a year of data (30,000 invoices)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remaining report: profitability by month, about 1.8 s for 12 months.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review findings and fixes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89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tested; a user with no permissions is refused everywhere except self-service pages.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2801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89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hardening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frame blocking, nosniff, referrer policy, HSTS over HTTPS on every response.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729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secrets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private and renamed, SVG logos refused, no default admin, backups never expose passwords.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30632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729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661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clock mismatch, missing coupon on receipts, N+1 queries, slow customer list.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it: scheduler, queue, backups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cron or Task Scheduler entry runs reminders, low-stock alerts, birthdays, payment reminders and a weekly integrity check.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3716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worker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7452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SMS go through a supervised worker with retries and a delivery log.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compressed, checksummed dump; verify restores it into a scratch database. Copy files off the server.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still depends on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SMTP email: only log and test mailers were used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SMS: only a log driver exists; messages show as not delivered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gateways are not implemented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server, HTTPS and Windows XAMPP steps are documented but not run here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queue worker and off-site backup storage are yours to set up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F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Go-live checklist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HTTPS and production settings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83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 accounts and enable two-factor for admins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SMTP and decide on SMS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scheduler and queue worker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429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backups and test one restore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day of parallel operation before switching over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Salon Management System</dc:title>
  <dc:subject>PptxGenJS Presentation</dc:subject>
  <dc:creator>PptxGenJS</dc:creator>
  <cp:lastModifiedBy>PptxGenJS</cp:lastModifiedBy>
  <cp:revision>1</cp:revision>
  <dcterms:created xsi:type="dcterms:W3CDTF">2026-10-15T17:20:39Z</dcterms:created>
  <dcterms:modified xsi:type="dcterms:W3CDTF">2026-10-15T17:20:39Z</dcterms:modified>
</cp:coreProperties>
</file>